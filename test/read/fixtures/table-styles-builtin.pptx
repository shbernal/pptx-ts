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F46D-5C96-FFE1-F9F1-3974B5D85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7E88E-D4E9-15B8-133A-0F1CDA541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7DE0E-DA5D-8420-CB02-43F94277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18C95-C53C-7A21-28BD-93BE0F54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B749-A0B4-6845-2483-AAD9547C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9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432F-527F-BB46-C6ED-4E6A4D73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7687D-AD89-6977-6208-6EC68219C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909A7-799C-2262-BEDC-5D2021FA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AE3F4-FAE3-8305-7DBE-00252C52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44021-C27B-1E6C-F3EB-9362452E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3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0558-5B93-B6AC-B195-130BA504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A24F1-F974-8BA8-3A92-A3F2B1B8B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78118-33B4-7AB7-1F55-D75F3B09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5E847-E0A2-E208-A56F-6D89B4417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B7172-5007-2971-94A8-E93CB33B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4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61F7-0820-5114-E18C-AC501FED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4C71-CEBF-3E7E-B85F-A5FD038DD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E43F4-73EB-F5E9-FCEF-09F0815C3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E0BE3-C4FD-B768-2861-9BFE78E9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DA8BC-BD95-2CEB-39D7-E83269BF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606F3-96A6-910D-0233-DC7190AE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9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D6EC-8400-D9B1-C294-E2FE35C4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79C5D-8AD1-3B9A-27BA-F50471753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92DE1-42BF-EB74-FEA2-52D456073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3E3D4-A3BF-2D26-6D28-1BB17EB72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CB3A6-985C-CDE6-7B68-A375BA4CD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8241F-5FEA-FA39-6F5F-584CC477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A88DA-4E55-1D62-FF38-D850AF64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5419B-A9A6-314F-8106-19760C39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1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106D-D79C-8CA5-9B5B-44CEE689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8508C-05DB-49F3-0C70-C75F3A99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C5071-F71D-9182-D1E9-EE3C826F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4A619-63C7-F840-467B-99AD8D38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7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C7BCD-585D-E5A6-35FC-7E2DD3B3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38DC73-3231-466B-0F33-2A7B71E2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9D7A0-AB6B-F78D-4C32-67E0E4D6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9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8BFE9-C8A4-919F-93F3-2F678B62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78899-D62B-D4AE-5BC0-1028F7F2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76581-C577-93A3-E364-49CED877F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B0106-1871-014F-6B1D-5ADE2265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1D82A-DFAA-4B5D-ED58-CB29BF10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93C8D-71BE-B2B1-D6C0-E077CBBB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1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45FEB-1C42-418F-B686-9553069A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2121A5-D6DD-66DF-DFE6-7D31D42077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54F89-8143-50FD-8B95-918882460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2EF7F-2AA7-A030-7EDC-59FB006B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9AAE9-D160-A4BD-679C-1FF2F5E6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43A36-DA15-E56A-3894-EF0CF654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4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1910-FF21-96C1-4EEA-EEA0049E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DD01D-0676-E5C8-7E00-714852E1F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72737-F9B2-747E-01E2-6B9A6EC1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80082-1A19-7D65-1AB9-2521F5E6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B5632-CCBB-4948-BFC8-4B7A1F4C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8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BBE8E-A43E-1B5A-3EBD-D6440B52D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02425-EC52-6755-8F47-80B603C84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E8C96-B339-EB5C-4FE2-8AC80429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8365D-2ECA-2DBB-13AD-C0ACC9BF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A3FB-E4BB-EF49-DBA5-8E78C045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5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1B9E3-193C-36C3-E4DC-20D3F06E3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B1D12-97DC-0F93-7B18-36A664812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B2496-2607-8CD8-A1E4-E46E29D8E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6F2A8-A4F4-481E-9482-896CABBA4B8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9824E-16B2-4774-B738-1E5F45A4C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B4928-7136-38E8-5F07-105ACD6BA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DCA8F-F333-41EC-83AD-11AE362A6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4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NO_STYLE_NO_GRID">
            <a:extLst>
              <a:ext uri="{FF2B5EF4-FFF2-40B4-BE49-F238E27FC236}">
                <a16:creationId xmlns:a16="http://schemas.microsoft.com/office/drawing/2014/main" id="{21813A8E-9F84-6126-6C66-6DEA082EB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02871"/>
              </p:ext>
            </p:extLst>
          </p:nvPr>
        </p:nvGraphicFramePr>
        <p:xfrm>
          <a:off x="762000" y="762000"/>
          <a:ext cx="6096000" cy="165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488965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3562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7368085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NO_STYLE_NO_GRID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695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430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63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06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NO_STYLE_TABLE_GRID">
            <a:extLst>
              <a:ext uri="{FF2B5EF4-FFF2-40B4-BE49-F238E27FC236}">
                <a16:creationId xmlns:a16="http://schemas.microsoft.com/office/drawing/2014/main" id="{797F3D47-A76A-2669-5900-62DF3DD2A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50582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770830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73739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7086273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NO_STYLE_TABLE_GRID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1789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998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98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799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1_ACCENT_1">
            <a:extLst>
              <a:ext uri="{FF2B5EF4-FFF2-40B4-BE49-F238E27FC236}">
                <a16:creationId xmlns:a16="http://schemas.microsoft.com/office/drawing/2014/main" id="{2F1442A8-1CBC-1B45-F8B5-E6D1BE1FC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27844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629001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57119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5385517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THEMED_STYLE_1_ACCENT_1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98014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3311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780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04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1_ACCENT_2">
            <a:extLst>
              <a:ext uri="{FF2B5EF4-FFF2-40B4-BE49-F238E27FC236}">
                <a16:creationId xmlns:a16="http://schemas.microsoft.com/office/drawing/2014/main" id="{8ABB6DF3-002D-ACD1-9E65-A663F22CE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93964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313457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176461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7302873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THEMED_STYLE_1_ACCENT_2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351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0878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38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27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1_ACCENT_3">
            <a:extLst>
              <a:ext uri="{FF2B5EF4-FFF2-40B4-BE49-F238E27FC236}">
                <a16:creationId xmlns:a16="http://schemas.microsoft.com/office/drawing/2014/main" id="{8654CE78-921A-B415-CB17-509EABE67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053789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359801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132608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087733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THEMED_STYLE_1_ACCENT_3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6884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1255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86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7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1_ACCENT_4">
            <a:extLst>
              <a:ext uri="{FF2B5EF4-FFF2-40B4-BE49-F238E27FC236}">
                <a16:creationId xmlns:a16="http://schemas.microsoft.com/office/drawing/2014/main" id="{10575D17-DE71-38D4-362F-785FC69CF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18752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876208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749657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2423866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THEMED_STYLE_1_ACCENT_4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84156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6325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938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79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1_ACCENT_5">
            <a:extLst>
              <a:ext uri="{FF2B5EF4-FFF2-40B4-BE49-F238E27FC236}">
                <a16:creationId xmlns:a16="http://schemas.microsoft.com/office/drawing/2014/main" id="{3CF847DA-9142-F897-0D8D-43D1E3877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5294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337022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33645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63438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THEMED_STYLE_1_ACCENT_5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8118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32073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98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58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1_ACCENT_6">
            <a:extLst>
              <a:ext uri="{FF2B5EF4-FFF2-40B4-BE49-F238E27FC236}">
                <a16:creationId xmlns:a16="http://schemas.microsoft.com/office/drawing/2014/main" id="{6563D12B-A087-3F35-F7BF-38C40716D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3721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701276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77108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0716878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THEMED_STYLE_1_ACCENT_6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704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0102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17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337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2_ACCENT_1">
            <a:extLst>
              <a:ext uri="{FF2B5EF4-FFF2-40B4-BE49-F238E27FC236}">
                <a16:creationId xmlns:a16="http://schemas.microsoft.com/office/drawing/2014/main" id="{50D8DF62-9918-37D2-472D-66AF56E9E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77239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062498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556790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845591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THEMED_STYLE_2_ACCENT_1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71971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7494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266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70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2_ACCENT_2">
            <a:extLst>
              <a:ext uri="{FF2B5EF4-FFF2-40B4-BE49-F238E27FC236}">
                <a16:creationId xmlns:a16="http://schemas.microsoft.com/office/drawing/2014/main" id="{5D67BCDC-8495-49DD-0035-5AAEA527B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65797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91935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102982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503528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THEMED_STYLE_2_ACCENT_2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435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276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919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50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2_ACCENT_3">
            <a:extLst>
              <a:ext uri="{FF2B5EF4-FFF2-40B4-BE49-F238E27FC236}">
                <a16:creationId xmlns:a16="http://schemas.microsoft.com/office/drawing/2014/main" id="{9A36808E-FFFF-8FCE-104D-543787FDD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8280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731462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41970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3486051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THEMED_STYLE_2_ACCENT_3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4211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653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188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43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2_ACCENT_4">
            <a:extLst>
              <a:ext uri="{FF2B5EF4-FFF2-40B4-BE49-F238E27FC236}">
                <a16:creationId xmlns:a16="http://schemas.microsoft.com/office/drawing/2014/main" id="{05111AE1-36B7-45F8-DF77-B04408D63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281852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972175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49637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9730871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THEMED_STYLE_2_ACCENT_4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97484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87581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56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196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2_ACCENT_5">
            <a:extLst>
              <a:ext uri="{FF2B5EF4-FFF2-40B4-BE49-F238E27FC236}">
                <a16:creationId xmlns:a16="http://schemas.microsoft.com/office/drawing/2014/main" id="{7EC82E44-F836-F727-37B4-2DD7B6722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71082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71562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70499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7346233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THEMED_STYLE_2_ACCENT_5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4574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71144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006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41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EMED_STYLE_2_ACCENT_6">
            <a:extLst>
              <a:ext uri="{FF2B5EF4-FFF2-40B4-BE49-F238E27FC236}">
                <a16:creationId xmlns:a16="http://schemas.microsoft.com/office/drawing/2014/main" id="{747F0A49-B3BD-FFEB-80A1-FD94C0B20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84494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826097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35765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7132103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THEMED_STYLE_2_ACCENT_6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5369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5220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72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32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">
            <a:extLst>
              <a:ext uri="{FF2B5EF4-FFF2-40B4-BE49-F238E27FC236}">
                <a16:creationId xmlns:a16="http://schemas.microsoft.com/office/drawing/2014/main" id="{D704FAFC-3258-CF10-49C8-A0549D58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8205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093953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815617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6012846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24029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8163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94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417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_ACCENT_1">
            <a:extLst>
              <a:ext uri="{FF2B5EF4-FFF2-40B4-BE49-F238E27FC236}">
                <a16:creationId xmlns:a16="http://schemas.microsoft.com/office/drawing/2014/main" id="{7B46AEE9-AD4C-D5E2-9C7D-CC5FF2F6B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8915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662642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13947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3607301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LIGHT_STYLE_1_ACCENT_1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5043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4315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869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802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_ACCENT_2">
            <a:extLst>
              <a:ext uri="{FF2B5EF4-FFF2-40B4-BE49-F238E27FC236}">
                <a16:creationId xmlns:a16="http://schemas.microsoft.com/office/drawing/2014/main" id="{1D050092-9D2B-C4BA-0FE1-ABE96A28D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2692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040491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6643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6918438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LIGHT_STYLE_1_ACCENT_2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4645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2097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13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413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_ACCENT_3">
            <a:extLst>
              <a:ext uri="{FF2B5EF4-FFF2-40B4-BE49-F238E27FC236}">
                <a16:creationId xmlns:a16="http://schemas.microsoft.com/office/drawing/2014/main" id="{47768E0C-38FB-50D6-6D6F-1DE75D612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39694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245613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87359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08816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LIGHT_STYLE_1_ACCENT_3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1983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4237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49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389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_ACCENT_4">
            <a:extLst>
              <a:ext uri="{FF2B5EF4-FFF2-40B4-BE49-F238E27FC236}">
                <a16:creationId xmlns:a16="http://schemas.microsoft.com/office/drawing/2014/main" id="{764D616C-D871-0924-194F-F8DC594AB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9925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259784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192213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912175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LIGHT_STYLE_1_ACCENT_4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600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8899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92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_ACCENT_5">
            <a:extLst>
              <a:ext uri="{FF2B5EF4-FFF2-40B4-BE49-F238E27FC236}">
                <a16:creationId xmlns:a16="http://schemas.microsoft.com/office/drawing/2014/main" id="{AD51C69F-9317-8CC6-52AB-005E30330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05442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568425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485193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577453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LIGHT_STYLE_1_ACCENT_5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6275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98542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64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709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1_ACCENT_6">
            <a:extLst>
              <a:ext uri="{FF2B5EF4-FFF2-40B4-BE49-F238E27FC236}">
                <a16:creationId xmlns:a16="http://schemas.microsoft.com/office/drawing/2014/main" id="{BB458342-18BE-3B0B-C89A-AAE26F6BF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250041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109226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4953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399929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LIGHT_STYLE_1_ACCENT_6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928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26583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7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103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">
            <a:extLst>
              <a:ext uri="{FF2B5EF4-FFF2-40B4-BE49-F238E27FC236}">
                <a16:creationId xmlns:a16="http://schemas.microsoft.com/office/drawing/2014/main" id="{BB9A60BC-7C56-7DB0-6EC3-419250E17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87895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94965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657666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679644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309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92384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0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250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_ACCENT_1">
            <a:extLst>
              <a:ext uri="{FF2B5EF4-FFF2-40B4-BE49-F238E27FC236}">
                <a16:creationId xmlns:a16="http://schemas.microsoft.com/office/drawing/2014/main" id="{11CCCB91-990A-31A2-FA24-965F74B52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6917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181413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07693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9390632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LIGHT_STYLE_2_ACCENT_1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9157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444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433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036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_ACCENT_2">
            <a:extLst>
              <a:ext uri="{FF2B5EF4-FFF2-40B4-BE49-F238E27FC236}">
                <a16:creationId xmlns:a16="http://schemas.microsoft.com/office/drawing/2014/main" id="{C01D2656-E846-902A-1F3B-CB65DC684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095221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454676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921029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796195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LIGHT_STYLE_2_ACCENT_2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5657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1516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846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49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_ACCENT_3">
            <a:extLst>
              <a:ext uri="{FF2B5EF4-FFF2-40B4-BE49-F238E27FC236}">
                <a16:creationId xmlns:a16="http://schemas.microsoft.com/office/drawing/2014/main" id="{210F1371-54F5-9D07-B50C-B101C4C58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74122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733661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697698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5033485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LIGHT_STYLE_2_ACCENT_3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3311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857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7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933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_ACCENT_4">
            <a:extLst>
              <a:ext uri="{FF2B5EF4-FFF2-40B4-BE49-F238E27FC236}">
                <a16:creationId xmlns:a16="http://schemas.microsoft.com/office/drawing/2014/main" id="{CB09BCFD-7EB6-924F-8625-19745E355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3021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935104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152524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253693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LIGHT_STYLE_2_ACCENT_4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694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2794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53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790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_ACCENT_5">
            <a:extLst>
              <a:ext uri="{FF2B5EF4-FFF2-40B4-BE49-F238E27FC236}">
                <a16:creationId xmlns:a16="http://schemas.microsoft.com/office/drawing/2014/main" id="{EF642CF9-E370-787E-C91C-8B09CA8AE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3178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242853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14524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158765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LIGHT_STYLE_2_ACCENT_5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2907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2594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556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59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2_ACCENT_6">
            <a:extLst>
              <a:ext uri="{FF2B5EF4-FFF2-40B4-BE49-F238E27FC236}">
                <a16:creationId xmlns:a16="http://schemas.microsoft.com/office/drawing/2014/main" id="{9FA5DD2E-9A50-9774-E11B-B804ED740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22644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733368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70555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163405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LIGHT_STYLE_2_ACCENT_6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9469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983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96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30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">
            <a:extLst>
              <a:ext uri="{FF2B5EF4-FFF2-40B4-BE49-F238E27FC236}">
                <a16:creationId xmlns:a16="http://schemas.microsoft.com/office/drawing/2014/main" id="{9B382323-C32B-D356-8B5A-F41F787EF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497229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578436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60837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072212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6168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05271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97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766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_ACCENT_1">
            <a:extLst>
              <a:ext uri="{FF2B5EF4-FFF2-40B4-BE49-F238E27FC236}">
                <a16:creationId xmlns:a16="http://schemas.microsoft.com/office/drawing/2014/main" id="{F5AF73B1-9BBB-DFAC-CB3E-6E0AFB57F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95250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458554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20398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790357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LIGHT_STYLE_3_ACCENT_1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90952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57369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923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900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_ACCENT_2">
            <a:extLst>
              <a:ext uri="{FF2B5EF4-FFF2-40B4-BE49-F238E27FC236}">
                <a16:creationId xmlns:a16="http://schemas.microsoft.com/office/drawing/2014/main" id="{BB91186F-B66F-238E-28C7-11D46F23F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57466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201735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21483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4104606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LIGHT_STYLE_3_ACCENT_2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36844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2084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080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914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_ACCENT_3">
            <a:extLst>
              <a:ext uri="{FF2B5EF4-FFF2-40B4-BE49-F238E27FC236}">
                <a16:creationId xmlns:a16="http://schemas.microsoft.com/office/drawing/2014/main" id="{7792A427-4B3A-37F4-F9F8-978596ECA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3945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209481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29347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1629253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LIGHT_STYLE_3_ACCENT_3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7650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0078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872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611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_ACCENT_4">
            <a:extLst>
              <a:ext uri="{FF2B5EF4-FFF2-40B4-BE49-F238E27FC236}">
                <a16:creationId xmlns:a16="http://schemas.microsoft.com/office/drawing/2014/main" id="{3D2E2463-03F1-E5A5-0B59-A1388B0CE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864362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105648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63409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709188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LIGHT_STYLE_3_ACCENT_4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82385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7320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06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630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_ACCENT_5">
            <a:extLst>
              <a:ext uri="{FF2B5EF4-FFF2-40B4-BE49-F238E27FC236}">
                <a16:creationId xmlns:a16="http://schemas.microsoft.com/office/drawing/2014/main" id="{88F36059-E9D1-7C8C-0402-DF4A35EB5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7455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25708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836326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9707549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LIGHT_STYLE_3_ACCENT_5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495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2973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642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GHT_STYLE_3_ACCENT_6">
            <a:extLst>
              <a:ext uri="{FF2B5EF4-FFF2-40B4-BE49-F238E27FC236}">
                <a16:creationId xmlns:a16="http://schemas.microsoft.com/office/drawing/2014/main" id="{12408B6C-E2C1-3D49-D555-A36E193D5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10612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708446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570709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7804418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LIGHT_STYLE_3_ACCENT_6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87718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1335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33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116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">
            <a:extLst>
              <a:ext uri="{FF2B5EF4-FFF2-40B4-BE49-F238E27FC236}">
                <a16:creationId xmlns:a16="http://schemas.microsoft.com/office/drawing/2014/main" id="{FC9E1831-0AA0-AFE7-C627-8B81D19A2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32083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322910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70686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394248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MEDIUM_STYLE_1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44518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67037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98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739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_ACCENT_1">
            <a:extLst>
              <a:ext uri="{FF2B5EF4-FFF2-40B4-BE49-F238E27FC236}">
                <a16:creationId xmlns:a16="http://schemas.microsoft.com/office/drawing/2014/main" id="{0B0EB233-15FB-338D-9DAA-A9C6635C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3510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781494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550014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211965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MEDIUM_STYLE_1_ACCENT_1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96133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0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986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5640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_ACCENT_2">
            <a:extLst>
              <a:ext uri="{FF2B5EF4-FFF2-40B4-BE49-F238E27FC236}">
                <a16:creationId xmlns:a16="http://schemas.microsoft.com/office/drawing/2014/main" id="{458883AC-0C25-49C3-15D9-B3780ACF7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065089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801299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94603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4581047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MEDIUM_STYLE_1_ACCENT_2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838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09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99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84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_ACCENT_3">
            <a:extLst>
              <a:ext uri="{FF2B5EF4-FFF2-40B4-BE49-F238E27FC236}">
                <a16:creationId xmlns:a16="http://schemas.microsoft.com/office/drawing/2014/main" id="{A3644C66-9BE6-F522-88A0-BF9711521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685732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9143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61575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9022953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MEDIUM_STYLE_1_ACCENT_3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3709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1632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5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470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_ACCENT_4">
            <a:extLst>
              <a:ext uri="{FF2B5EF4-FFF2-40B4-BE49-F238E27FC236}">
                <a16:creationId xmlns:a16="http://schemas.microsoft.com/office/drawing/2014/main" id="{2C4D69A6-8245-D08F-88E9-1228D04A5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96232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733303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823693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689361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MEDIUM_STYLE_1_ACCENT_4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926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361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893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180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_ACCENT_5">
            <a:extLst>
              <a:ext uri="{FF2B5EF4-FFF2-40B4-BE49-F238E27FC236}">
                <a16:creationId xmlns:a16="http://schemas.microsoft.com/office/drawing/2014/main" id="{367CCCA8-41D8-3508-28E7-B2CD2504B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993571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87340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730610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2069462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MEDIUM_STYLE_1_ACCENT_5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4476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7826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425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031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1_ACCENT_6">
            <a:extLst>
              <a:ext uri="{FF2B5EF4-FFF2-40B4-BE49-F238E27FC236}">
                <a16:creationId xmlns:a16="http://schemas.microsoft.com/office/drawing/2014/main" id="{F54CEF08-FA48-3F35-31EF-965BADB3A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91033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45801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54937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276428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MEDIUM_STYLE_1_ACCENT_6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5804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3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74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0917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">
            <a:extLst>
              <a:ext uri="{FF2B5EF4-FFF2-40B4-BE49-F238E27FC236}">
                <a16:creationId xmlns:a16="http://schemas.microsoft.com/office/drawing/2014/main" id="{F713BD03-647F-6E4A-3B56-42305DA53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71014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426401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092679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725064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MEDIUM_STYLE_2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2403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7073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729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238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_ACCENT_1">
            <a:extLst>
              <a:ext uri="{FF2B5EF4-FFF2-40B4-BE49-F238E27FC236}">
                <a16:creationId xmlns:a16="http://schemas.microsoft.com/office/drawing/2014/main" id="{6BDA1C38-0AEF-5D03-3DB1-27E4E1F3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7629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738189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76103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7764496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MEDIUM_STYLE_2_ACCENT_1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1911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403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599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74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_ACCENT_2">
            <a:extLst>
              <a:ext uri="{FF2B5EF4-FFF2-40B4-BE49-F238E27FC236}">
                <a16:creationId xmlns:a16="http://schemas.microsoft.com/office/drawing/2014/main" id="{BACDF420-15DF-6322-5D0B-3429F6E4F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68892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628536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474765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039798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MEDIUM_STYLE_2_ACCENT_2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1894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6595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53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314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_ACCENT_3">
            <a:extLst>
              <a:ext uri="{FF2B5EF4-FFF2-40B4-BE49-F238E27FC236}">
                <a16:creationId xmlns:a16="http://schemas.microsoft.com/office/drawing/2014/main" id="{A1B63153-D10E-680D-72F8-C42B5059C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877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600027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900465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7596848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MEDIUM_STYLE_2_ACCENT_3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1554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7227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59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856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_ACCENT_4">
            <a:extLst>
              <a:ext uri="{FF2B5EF4-FFF2-40B4-BE49-F238E27FC236}">
                <a16:creationId xmlns:a16="http://schemas.microsoft.com/office/drawing/2014/main" id="{68B32E08-1EE8-C0E1-A117-57705C5FD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5788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990293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897754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318487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MEDIUM_STYLE_2_ACCENT_4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1593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3182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527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762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_ACCENT_5">
            <a:extLst>
              <a:ext uri="{FF2B5EF4-FFF2-40B4-BE49-F238E27FC236}">
                <a16:creationId xmlns:a16="http://schemas.microsoft.com/office/drawing/2014/main" id="{881C3688-2218-F59C-03DE-D9AEC03F8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9888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419450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43045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8819686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MEDIUM_STYLE_2_ACCENT_5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141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4416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552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2920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2_ACCENT_6">
            <a:extLst>
              <a:ext uri="{FF2B5EF4-FFF2-40B4-BE49-F238E27FC236}">
                <a16:creationId xmlns:a16="http://schemas.microsoft.com/office/drawing/2014/main" id="{250102AA-CB8C-3390-4667-5EE78AC7F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59904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926396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038639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3880887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MEDIUM_STYLE_2_ACCENT_6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288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5410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29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143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">
            <a:extLst>
              <a:ext uri="{FF2B5EF4-FFF2-40B4-BE49-F238E27FC236}">
                <a16:creationId xmlns:a16="http://schemas.microsoft.com/office/drawing/2014/main" id="{35A4CBB0-4DFB-189C-06B2-D4029957F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5146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414454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035344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518758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MEDIUM_STYLE_3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986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586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04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902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_ACCENT_1">
            <a:extLst>
              <a:ext uri="{FF2B5EF4-FFF2-40B4-BE49-F238E27FC236}">
                <a16:creationId xmlns:a16="http://schemas.microsoft.com/office/drawing/2014/main" id="{14040500-7CBF-D98D-81C3-5A14DBC29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36243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99736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70644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4376148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MEDIUM_STYLE_3_ACCENT_1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55537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81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997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3985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_ACCENT_2">
            <a:extLst>
              <a:ext uri="{FF2B5EF4-FFF2-40B4-BE49-F238E27FC236}">
                <a16:creationId xmlns:a16="http://schemas.microsoft.com/office/drawing/2014/main" id="{593FB510-A74C-144C-B087-5C6ABD62C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21816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824927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423316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295484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MEDIUM_STYLE_3_ACCENT_2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387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904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8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9925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_ACCENT_3">
            <a:extLst>
              <a:ext uri="{FF2B5EF4-FFF2-40B4-BE49-F238E27FC236}">
                <a16:creationId xmlns:a16="http://schemas.microsoft.com/office/drawing/2014/main" id="{E734FFD5-C941-CB29-420E-D11FB2AAD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82700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25997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744930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263044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MEDIUM_STYLE_3_ACCENT_3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139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3882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91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922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_ACCENT_4">
            <a:extLst>
              <a:ext uri="{FF2B5EF4-FFF2-40B4-BE49-F238E27FC236}">
                <a16:creationId xmlns:a16="http://schemas.microsoft.com/office/drawing/2014/main" id="{605A3D28-C82F-590D-4567-73A5B1D09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82580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498926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625343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5552288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MEDIUM_STYLE_3_ACCENT_4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44009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79952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784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1798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_ACCENT_5">
            <a:extLst>
              <a:ext uri="{FF2B5EF4-FFF2-40B4-BE49-F238E27FC236}">
                <a16:creationId xmlns:a16="http://schemas.microsoft.com/office/drawing/2014/main" id="{F44C8365-D342-4A0C-580B-63AF5BFE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3527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418299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843999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4782404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MEDIUM_STYLE_3_ACCENT_5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144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77092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43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2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3_ACCENT_6">
            <a:extLst>
              <a:ext uri="{FF2B5EF4-FFF2-40B4-BE49-F238E27FC236}">
                <a16:creationId xmlns:a16="http://schemas.microsoft.com/office/drawing/2014/main" id="{1AB97ABB-8F26-AF76-606B-43F092C2B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71630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996943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78741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2811498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MEDIUM_STYLE_3_ACCENT_6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7197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57887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319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9778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">
            <a:extLst>
              <a:ext uri="{FF2B5EF4-FFF2-40B4-BE49-F238E27FC236}">
                <a16:creationId xmlns:a16="http://schemas.microsoft.com/office/drawing/2014/main" id="{DC51557C-A364-8FFF-5D28-652E79191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67070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758564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167481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5633626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MEDIUM_STYLE_4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547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1018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988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0236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_ACCENT_1">
            <a:extLst>
              <a:ext uri="{FF2B5EF4-FFF2-40B4-BE49-F238E27FC236}">
                <a16:creationId xmlns:a16="http://schemas.microsoft.com/office/drawing/2014/main" id="{235C9C8C-FD0A-FC64-0FAF-68D2442A5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18259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272332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13622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1679529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MEDIUM_STYLE_4_ACCENT_1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3653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4055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08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2311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_ACCENT_2">
            <a:extLst>
              <a:ext uri="{FF2B5EF4-FFF2-40B4-BE49-F238E27FC236}">
                <a16:creationId xmlns:a16="http://schemas.microsoft.com/office/drawing/2014/main" id="{219E17F3-C810-D5E6-5A88-425AB9824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13513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4070395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417435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7903411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MEDIUM_STYLE_4_ACCENT_2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5302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61148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882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563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_ACCENT_3">
            <a:extLst>
              <a:ext uri="{FF2B5EF4-FFF2-40B4-BE49-F238E27FC236}">
                <a16:creationId xmlns:a16="http://schemas.microsoft.com/office/drawing/2014/main" id="{45BAD444-BCDC-875D-9F7B-532EE1B05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57394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026632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51202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9863888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MEDIUM_STYLE_4_ACCENT_3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00997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71298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611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5788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_ACCENT_4">
            <a:extLst>
              <a:ext uri="{FF2B5EF4-FFF2-40B4-BE49-F238E27FC236}">
                <a16:creationId xmlns:a16="http://schemas.microsoft.com/office/drawing/2014/main" id="{FA99986A-7654-1F5E-E1E6-A60737D1C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907959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54432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54846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19349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MEDIUM_STYLE_4_ACCENT_4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268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61316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69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5565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_ACCENT_5">
            <a:extLst>
              <a:ext uri="{FF2B5EF4-FFF2-40B4-BE49-F238E27FC236}">
                <a16:creationId xmlns:a16="http://schemas.microsoft.com/office/drawing/2014/main" id="{BA0D87D4-B8F4-3577-7638-BF5C4000D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12871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354282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62520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2825534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MEDIUM_STYLE_4_ACCENT_5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7193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806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598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0179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DIUM_STYLE_4_ACCENT_6">
            <a:extLst>
              <a:ext uri="{FF2B5EF4-FFF2-40B4-BE49-F238E27FC236}">
                <a16:creationId xmlns:a16="http://schemas.microsoft.com/office/drawing/2014/main" id="{78AFF098-B3E1-678F-9073-B58ABD323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238571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598272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77204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099685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MEDIUM_STYLE_4_ACCENT_6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735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8406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131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6443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">
            <a:extLst>
              <a:ext uri="{FF2B5EF4-FFF2-40B4-BE49-F238E27FC236}">
                <a16:creationId xmlns:a16="http://schemas.microsoft.com/office/drawing/2014/main" id="{D244C689-4ACA-1558-D4AC-C69E318A8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55843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04741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163611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112868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63815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5013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482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315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_ACCENT_1">
            <a:extLst>
              <a:ext uri="{FF2B5EF4-FFF2-40B4-BE49-F238E27FC236}">
                <a16:creationId xmlns:a16="http://schemas.microsoft.com/office/drawing/2014/main" id="{1AC47888-7925-4B78-934B-B9E6E6BE3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24727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251145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31779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7028738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DARK_STYLE_1_ACCENT_1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50969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8254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399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008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_ACCENT_2">
            <a:extLst>
              <a:ext uri="{FF2B5EF4-FFF2-40B4-BE49-F238E27FC236}">
                <a16:creationId xmlns:a16="http://schemas.microsoft.com/office/drawing/2014/main" id="{A5D6F502-3993-5947-DCBF-96537AD71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16004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474384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57804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7609850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DARK_STYLE_1_ACCENT_2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45533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8307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069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6495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_ACCENT_3">
            <a:extLst>
              <a:ext uri="{FF2B5EF4-FFF2-40B4-BE49-F238E27FC236}">
                <a16:creationId xmlns:a16="http://schemas.microsoft.com/office/drawing/2014/main" id="{E44833B6-6F17-DF86-0463-C2D9B78F9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567598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064636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522425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7293335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DARK_STYLE_1_ACCENT_3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70282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9698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1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3790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_ACCENT_4">
            <a:extLst>
              <a:ext uri="{FF2B5EF4-FFF2-40B4-BE49-F238E27FC236}">
                <a16:creationId xmlns:a16="http://schemas.microsoft.com/office/drawing/2014/main" id="{E75DB95D-F7B9-330A-61AC-89BBF8AB6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762222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651701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899687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2002978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DARK_STYLE_1_ACCENT_4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51394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6864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494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1669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_ACCENT_5">
            <a:extLst>
              <a:ext uri="{FF2B5EF4-FFF2-40B4-BE49-F238E27FC236}">
                <a16:creationId xmlns:a16="http://schemas.microsoft.com/office/drawing/2014/main" id="{D20D70D9-60FB-92CB-DAB4-914E1A431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5303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121412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433118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1674446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DARK_STYLE_1_ACCENT_5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0532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7167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558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6093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1_ACCENT_6">
            <a:extLst>
              <a:ext uri="{FF2B5EF4-FFF2-40B4-BE49-F238E27FC236}">
                <a16:creationId xmlns:a16="http://schemas.microsoft.com/office/drawing/2014/main" id="{7167E7AD-11AD-D4EA-5A2D-8EB7BE905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71881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169609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322107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892212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DARK_STYLE_1_ACCENT_6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7987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10323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765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6858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2">
            <a:extLst>
              <a:ext uri="{FF2B5EF4-FFF2-40B4-BE49-F238E27FC236}">
                <a16:creationId xmlns:a16="http://schemas.microsoft.com/office/drawing/2014/main" id="{6AC14AFF-D639-62BC-9575-7BEF9F95A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748719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826907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35299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8557972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DARK_STYLE_2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1349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581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33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1887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2_ACCENT_1_ACCENT_2">
            <a:extLst>
              <a:ext uri="{FF2B5EF4-FFF2-40B4-BE49-F238E27FC236}">
                <a16:creationId xmlns:a16="http://schemas.microsoft.com/office/drawing/2014/main" id="{BDFD03FF-8C3E-5EDF-DA0E-EC77C9952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297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525862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223620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8771082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fr-FR"/>
                        <a:t>DARK_STYLE_2_ACCENT_1_ACCENT_2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5059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6198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55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43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2_ACCENT_3_ACCENT_4">
            <a:extLst>
              <a:ext uri="{FF2B5EF4-FFF2-40B4-BE49-F238E27FC236}">
                <a16:creationId xmlns:a16="http://schemas.microsoft.com/office/drawing/2014/main" id="{9C3CCD32-76B9-DADA-CA96-5C67A015D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0942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969345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303067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1616823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fr-FR"/>
                        <a:t>DARK_STYLE_2_ACCENT_3_ACCENT_4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7564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8102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42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2969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ARK_STYLE_2_ACCENT_5_ACCENT_6">
            <a:extLst>
              <a:ext uri="{FF2B5EF4-FFF2-40B4-BE49-F238E27FC236}">
                <a16:creationId xmlns:a16="http://schemas.microsoft.com/office/drawing/2014/main" id="{09DF71C4-AD09-A4BC-D8A3-B504041DB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56685"/>
              </p:ext>
            </p:extLst>
          </p:nvPr>
        </p:nvGraphicFramePr>
        <p:xfrm>
          <a:off x="762000" y="762000"/>
          <a:ext cx="6096000" cy="15240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27765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443611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6399881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fr-FR"/>
                        <a:t>DARK_STYLE_2_ACCENT_5_ACCENT_6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0517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11564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57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905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Custom</PresentationFormat>
  <Paragraphs>74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HERNÁNDEZ BERNAL</dc:creator>
  <cp:lastModifiedBy>Santiago HERNÁNDEZ BERNAL</cp:lastModifiedBy>
  <cp:revision>1</cp:revision>
  <dcterms:created xsi:type="dcterms:W3CDTF">2026-10-13T16:27:31Z</dcterms:created>
  <dcterms:modified xsi:type="dcterms:W3CDTF">2026-10-13T16:27:31Z</dcterms:modified>
</cp:coreProperties>
</file>