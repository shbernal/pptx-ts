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BD60F-D05D-D85A-4B3F-07DF3F2C5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F217A-80FA-E703-4B89-8814C02FA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C37C9-82EB-A002-DB28-85323D3E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C42A7-0B68-2DCA-609B-5189E0B7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52AB6-771C-FE41-B507-6A32C1B7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07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1C5A-AAFD-D7D4-C246-9184819B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67E93-1877-A1F4-995F-C16BA816C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93636-B978-7DCB-56D0-7D32C803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C67E7-4C4E-925F-B3CE-5C8203440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8D74-CEBE-BA95-CDF8-F7AF7A621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5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8E16-5D66-8030-E2EF-5253F231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E8F84-8D02-0EE4-9EEA-901AAAC8E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0CF04-8639-E188-452D-132E49F9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26BA5-2827-DD37-3EE3-96F31CE29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7D205-C653-501D-A83C-505C7F60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71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70E47-D86D-DC44-39CA-DCD4B08F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4BC7C-FD9D-175D-8E25-0ACF1875B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6A7E9-8E20-34F4-283B-62B347122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EB6EC-E29A-6A0F-831D-26731683C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F3342-E010-5C5B-9BC4-EEFE2D9C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A87AA-324F-35BA-799B-9E5138AE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67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8651-87C8-22B1-1AA8-41A25A586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C3FFB-E21F-F66D-643F-CFD0091A5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7104F-45C7-8918-A3C1-5CEC86539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31C05-8C5C-DBD5-55D5-D45C2DE9B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77475-38F5-DCFF-04A4-86F105396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1D2CA1-5F43-C1D7-FCC1-B769C02A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38D15-C6B7-DFF0-37E5-C75430CF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D197C-D3C0-5732-F041-27C13E59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28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975D-6CAA-6449-D421-6AC6A6B4F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4DF0C-F38C-D2ED-58A2-409263DF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104CF-5E0C-F183-3DDD-05651C5A3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49B25-8441-3534-AA5E-8471997F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70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34298B-100D-070D-041E-0AB4C811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B3C33-D8D9-D939-7B22-4D66E5E0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5BB7F-DD1C-F541-6CA7-448710C3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90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6536C-0C81-3A8A-89BD-712C7075C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B9E0E-5CCE-862F-C33D-0775F80C5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20623-BD02-B531-5EB6-243EA95EA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423A1-5651-F60E-E2E3-53C87BF7B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768DB-E4F1-6179-1ED0-C7BFB711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3BE6B-C474-450C-AD6F-DD9ADA59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9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646D-5B3B-A8D4-2192-B96313731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69B040-473B-8440-1624-7B3B7DE50D0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BF5A8-C052-FAB3-8880-21446464D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2E7C6-E34D-F323-0D5D-F8E520A8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496E6-1FEF-83A0-7E45-A6151781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62289-2C10-C2DC-21D7-2C98ACB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6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BAA8-AEF0-D53F-67FF-A797D164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E94AC-E61D-F15A-4178-D0C4B07FE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1ECD0-DA3C-C070-C6C9-F50BB044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29F61-C5D3-8B5C-5533-A5A7B14F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6780F-45D4-7524-2091-83D6A297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6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ABD6D-8D7E-7ACD-CB63-D548A8303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6B572-53BB-A01D-2529-E0F1E3E0A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79F75-63D0-921F-3F7D-DCE1990B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A0DA9-E1FA-5EB8-8D5B-27F22CB72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8F5E8-FD5D-F585-6823-326B2425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22C6B-2A5A-7A96-14A6-9E1120A5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8AD3E-2623-0CE3-68F6-5BD827D16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ED3EA-D2BD-2F65-B372-488959650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A1683-BACE-430F-957C-3D6EABE089B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45AB5-AAA1-F906-B71E-D3192D1D0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4EC91-AB93-A1F2-7CAD-8204FD761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92BB6-73A5-4206-AAD3-870F0D830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5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xtText">
            <a:extLst>
              <a:ext uri="{FF2B5EF4-FFF2-40B4-BE49-F238E27FC236}">
                <a16:creationId xmlns:a16="http://schemas.microsoft.com/office/drawing/2014/main" id="{4EFF574C-B1AE-9688-2900-B3E07FDF7F8E}"/>
              </a:ext>
            </a:extLst>
          </p:cNvPr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hlinkClick r:id="" action="ppaction://hlinkshowjump?jump=nextslide"/>
              </a:rPr>
              <a:t>Next </a:t>
            </a:r>
            <a:r>
              <a:rPr lang="en-US"/>
              <a:t>plain</a:t>
            </a:r>
          </a:p>
        </p:txBody>
      </p:sp>
      <p:sp>
        <p:nvSpPr>
          <p:cNvPr id="3" name="LastText">
            <a:extLst>
              <a:ext uri="{FF2B5EF4-FFF2-40B4-BE49-F238E27FC236}">
                <a16:creationId xmlns:a16="http://schemas.microsoft.com/office/drawing/2014/main" id="{5FFCAE4E-9342-4A9E-2295-16DC8E8F0DF1}"/>
              </a:ext>
            </a:extLst>
          </p:cNvPr>
          <p:cNvSpPr txBox="1"/>
          <p:nvPr/>
        </p:nvSpPr>
        <p:spPr>
          <a:xfrm>
            <a:off x="762000" y="203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hlinkClick r:id="" action="ppaction://hlinkshowjump?jump=lastslide"/>
              </a:rPr>
              <a:t>Last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95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22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Custom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HERNÁNDEZ BERNAL</dc:creator>
  <cp:lastModifiedBy>Santiago HERNÁNDEZ BERNAL</cp:lastModifiedBy>
  <cp:revision>1</cp:revision>
  <dcterms:created xsi:type="dcterms:W3CDTF">2026-10-12T00:13:30Z</dcterms:created>
  <dcterms:modified xsi:type="dcterms:W3CDTF">2026-10-12T00:13:30Z</dcterms:modified>
</cp:coreProperties>
</file>